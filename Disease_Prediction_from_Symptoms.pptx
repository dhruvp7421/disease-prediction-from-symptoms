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7A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7A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97.6</c:v>
                </c:pt>
                <c:pt idx="3">
                  <c:v>97.6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5C7A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9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2"/>
          <c:min val="90"/>
        </c:scaling>
        <c:delete val="0"/>
        <c:axPos val="l"/>
        <c:majorGridlines>
          <c:spPr>
            <a:ln w="12700" cap="flat">
              <a:solidFill>
                <a:srgbClr val="D9EA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C7A7E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C7A7E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7A7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HEALTHCARE ANALYTICS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Prediction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Symptoms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machine-learning system that predicts the most likely disease from a patient's reported symptoms — comparing Naive Bayes, Decision Tree, Random Forest, and Gradient Boosting.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617720"/>
            <a:ext cx="6949440" cy="1325880"/>
          </a:xfrm>
          <a:prstGeom prst="roundRect">
            <a:avLst>
              <a:gd name="adj" fmla="val 6897"/>
            </a:avLst>
          </a:prstGeom>
          <a:solidFill>
            <a:srgbClr val="0F3D46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76402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074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Patel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440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2505112070040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5074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Himanshu Kumar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5440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D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2505112070042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5056632"/>
            <a:ext cx="0" cy="640080"/>
          </a:xfrm>
          <a:prstGeom prst="line">
            <a:avLst/>
          </a:prstGeom>
          <a:noFill/>
          <a:ln w="12700">
            <a:solidFill>
              <a:srgbClr val="0B2E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 ·  Division H  ·  Faculty of IT &amp; Computer Science, Parul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symptom-based prediction matters, and project goals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records across 132 symptoms and 41 diseases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input to prediction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Training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algorithms, configuration, and evaluation method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Demo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and a live inference walkthrough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Roadmap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limitations, and what's next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symptoms into an early signal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struggle to know which condition their symptoms point to, and early self-triage information is scarce, generic, or requires a clinician visit just to get a first opinion.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classifier trained on documented symptom–disease relationships can offer a fast, data-driven starting point — flagging the most probable disease so users know when and where to seek care.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demonstration purposes only — always consult a doctor for diagnosis.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03720" y="1600200"/>
            <a:ext cx="4663440" cy="4434840"/>
          </a:xfrm>
          <a:prstGeom prst="roundRect">
            <a:avLst>
              <a:gd name="adj" fmla="val 2474"/>
            </a:avLst>
          </a:prstGeom>
          <a:solidFill>
            <a:srgbClr val="F3F9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6092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3218688"/>
            <a:ext cx="3749040" cy="0"/>
          </a:xfrm>
          <a:prstGeom prst="line">
            <a:avLst/>
          </a:prstGeom>
          <a:noFill/>
          <a:ln w="12700">
            <a:solidFill>
              <a:srgbClr val="D9EA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092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diseases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4681728"/>
            <a:ext cx="3749040" cy="0"/>
          </a:xfrm>
          <a:prstGeom prst="line">
            <a:avLst/>
          </a:prstGeom>
          <a:noFill/>
          <a:ln w="12700">
            <a:solidFill>
              <a:srgbClr val="D9EA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4846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patient records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relationship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statistical patterns linking 132 symptoms to 41 diagnosable diseases.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algorithms fairly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432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Naive Bayes, Decision Tree, Random Forest, and Gradient Boosting under one evaluation protocol.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343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97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performance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83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model on held-out validation and test splits using accuracy and classification reports.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3434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97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real inference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983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reusable, saved-model pipeline that predicts on a fresh symptom vector in real time.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B2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· main.py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9572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Symptom–Disease Set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05840" y="329184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0F3D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2918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train + 42 test rows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690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columns — 132 binary symptom flags (0/1) plus a prognosis label. Used to train and save the four production models.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3F9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· notebook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9572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Columbia DBMI Symptom KB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29400" y="329184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32918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· Occurrence · Symptom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06908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knowledge base scraped from Columbia University's Disease-Symptom database, explored in the companion Jupyter notebook.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training row looks like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patient case: 132 symptom columns hold 1 (present) or 0 (absent); the final column names the confirmed disease.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88136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skin_rash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high_fever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Fungal infection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Bronchial Asthma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617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9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4800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394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columns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4617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9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800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5394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 label column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4617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9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0" y="4800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5394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rows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prediction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0F3D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443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Config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sets paths, split ratio, model hyperparameters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96312" y="23774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0F3D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33472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29443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35204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CSVs parsed with pandas; sanity-checked to 132 features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23774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0F3D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9704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29443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489704" y="35204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carves a 33% validation set (random_state = 101)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95274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8776" y="23774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0F3D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45936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29443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45936" y="35204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classifier fit on the training partition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80897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65008" y="23774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0F3D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02168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29443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02168" y="35204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confusion matrix &amp; classification report on validation + test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65208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21240" y="237744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0F3D4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5840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9443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352044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serialized to saved_model/*.joblib via joblib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main.py as the DiseasePrediction class, driven end-to-end by a single config.yaml.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data for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28016" cy="62179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trim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737360"/>
            <a:ext cx="7406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trailing unnamed / duplicate index columns from the raw CSV before feature extraction.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28016" cy="62179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78608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/ label split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78608"/>
            <a:ext cx="7406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132 columns become X (symptoms); the prognosis column becomes y (disease).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128016" cy="62179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19856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assertions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419856"/>
            <a:ext cx="7406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asserts exactly 132 features per row and matching feature/label row counts.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128016" cy="62179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61104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validation split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261104"/>
            <a:ext cx="7406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scikit-learn's train_test_split reserves 33% of training data for validation, with a fixed random_state for reproducibility.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128016" cy="62179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0235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check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5102352"/>
            <a:ext cx="7406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feature-correlation heatmap is generated to inspect symptom co-occurrence before modelling.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heatmap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training, main.py computes pairwise correlation across all symptom columns and renders it as a heatmap (feature_correlation.png) — surfacing symptoms that tend to co-occur within the same diagnosis.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005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cells → stronger co-occurrence between two symptoms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507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spot redundant or highly-related features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51663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5010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exploratory — all 132 features are still used for training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0" y="1554480"/>
            <a:ext cx="5989320" cy="4709160"/>
          </a:xfrm>
          <a:prstGeom prst="roundRect">
            <a:avLst>
              <a:gd name="adj" fmla="val 1942"/>
            </a:avLst>
          </a:prstGeom>
          <a:solidFill>
            <a:srgbClr val="F3F9F8"/>
          </a:solidFill>
          <a:ln/>
        </p:spPr>
      </p:sp>
      <p:pic>
        <p:nvPicPr>
          <p:cNvPr id="12" name="Image 0" descr="/home/claude/assets/feature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783080"/>
            <a:ext cx="5166360" cy="42519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algorithms, one benchmark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3F9F8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1488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7490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749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MultinomialNB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97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baseline assuming conditional independence between symptoms.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47288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3F9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214884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1688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67328" y="37490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67328" y="3749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= entropy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75888" y="4297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interpretable tree that splits on the most informative symptoms first.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3F9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168896" y="214884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68896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74536" y="37490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74536" y="3749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4297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votes to reduce overfitting.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61704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3F9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976104" y="2148840"/>
            <a:ext cx="777240" cy="777240"/>
          </a:xfrm>
          <a:prstGeom prst="ellipse">
            <a:avLst/>
          </a:prstGeom>
          <a:solidFill>
            <a:srgbClr val="0B6E6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76104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198864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381744" y="37490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81744" y="3749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150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90304" y="42976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boosted trees (friedman_mse) that correct prior errors.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 — config.yaml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530352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random_state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splits and model initialization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validation_size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training data held out for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decision_tree.criterion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Information-gain based splitting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random_forest.n_estimators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trees in the forest ensemble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gradient_boost.n_estimators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sequential boosting stages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gradient_boost.criterion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friedman_mse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quality measure for boosted trees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9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model_save_path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./saved_model/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for the trained .joblib artifacts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accuracy — validation vs. test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scorecard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182880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acc.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D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baseline given largely independent symptom flags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D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Perfectly separates classes; entropy-based splits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D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variance from bootstrap sampling across 10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D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boosting stages; marginal test-set misclassifications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D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33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42-row held-out test set (dataset/test_data.csv), covering all 41 disease classes; measured via accuracy_score after main.py's train_test_split (random_state = 101).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symptoms to a prediction — infer.py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3F9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symptom vector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itching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377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880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skin_rash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880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383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red_sore_around_nose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383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A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129 other symptoms set to 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63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2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load('saved_model/random_forest.joblib')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2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clf.predict(df_test)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0B2E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predicted disease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5146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Impetigo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by: Random Forest classifier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749040"/>
            <a:ext cx="4709160" cy="0"/>
          </a:xfrm>
          <a:prstGeom prst="line">
            <a:avLst/>
          </a:prstGeom>
          <a:noFill/>
          <a:ln w="19050">
            <a:solidFill>
              <a:srgbClr val="0F3D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9319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symptom combination in infer.py's sample input — skin_rash and red_sore_around_nose are hallmark signs of impetigo.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2120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 four saved .joblib models can be swapped in for inference without retraining.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36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47288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3721608" y="20574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21608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136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split &amp; metrics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528816" y="20574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28816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136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wrangling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61704" y="1783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6024" y="2057400"/>
            <a:ext cx="594360" cy="594360"/>
          </a:xfrm>
          <a:prstGeom prst="ellipse">
            <a:avLst/>
          </a:prstGeom>
          <a:solidFill>
            <a:srgbClr val="0B6E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6024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31363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 (.joblib)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069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 / matplotlib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148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47288" y="37947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30" name="Shape 28"/>
          <p:cNvSpPr/>
          <p:nvPr/>
        </p:nvSpPr>
        <p:spPr>
          <a:xfrm>
            <a:off x="3721608" y="40690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21608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630168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30168" y="5148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demo.ipynb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37947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528816" y="4069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28816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PyYAML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37376" y="5148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parsing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61704" y="37947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3F9F8"/>
          </a:solidFill>
          <a:ln/>
        </p:spPr>
      </p:sp>
      <p:sp>
        <p:nvSpPr>
          <p:cNvPr id="40" name="Shape 38"/>
          <p:cNvSpPr/>
          <p:nvPr/>
        </p:nvSpPr>
        <p:spPr>
          <a:xfrm>
            <a:off x="9336024" y="4069080"/>
            <a:ext cx="594360" cy="594360"/>
          </a:xfrm>
          <a:prstGeom prst="ellipse">
            <a:avLst/>
          </a:prstGeom>
          <a:solidFill>
            <a:srgbClr val="0B6E6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36024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244584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conda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44584" y="51480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environment.yml reproducibility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0B2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Disease-Prediction-from-Symptoms/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dataset/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training_data.csv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test_data.csv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saved_model/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*.joblib  (4 trained models)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notebook/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dataset/raw_data.xlsx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...checkpoint.ipynb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main.py         ─ train &amp; save models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infer.py        ─ standalone inference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demo.ipynb      ─ interactive demo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config.yaml     ─ all parameters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7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requirements.txt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148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DiseasePrediction class: loads data, trains, evaluates, and saves a chosen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2926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infer.py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 saved .joblib model and predicts on a hand-built symptom dictionary.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demo.ipynb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Jupyter-based interactive walkthrough for sharing or presenting the model.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5120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config.yaml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5440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paths, split size, and every model's hyperparameters.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Self-triage assistant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first signal for patients deciding whether and where to seek care.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Telemedicine intake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432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Pre-consultation symptom screening to route patients to the right specialist.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343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97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decision support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83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signal alongside a clinician's own assessment, not a replacement for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3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343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97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Public-health monitoring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9834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symptom-trend signals across a population or region.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9384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3794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synthetic-leaning dataset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379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curated symptom flags and only 42 test rows understate real-world symptom variability and noisiness.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8620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scores are a caution sign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8620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validation/test accuracy usually signals a clean, separable dataset rather than clinical-grade robustness.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86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symptom encoding only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severity, duration, or combination effects — real symptoms are rarely simple on/off flags.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001768"/>
            <a:ext cx="502920" cy="502920"/>
          </a:xfrm>
          <a:prstGeom prst="ellipse">
            <a:avLst/>
          </a:prstGeom>
          <a:solidFill>
            <a:srgbClr val="B354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103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diagnostic device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91032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 demo; outputs must never substitute for professional medical evaluation.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0" cy="3474720"/>
          </a:xfrm>
          <a:prstGeom prst="line">
            <a:avLst/>
          </a:prstGeom>
          <a:noFill/>
          <a:ln w="25400">
            <a:solidFill>
              <a:srgbClr val="D9EA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365760" cy="3657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7099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Larger, real-world datasets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7099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broader clinical data with symptom severity and demographics.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5786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Confidence-scored predictions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57860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class probabilities, not just a single top prediction.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5661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08760" y="34472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API / app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44728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saved models behind a REST API or mobile front end for real use.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08760" y="43159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explainability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431596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/ feature-importance views so predictions are interpretable.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53035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08760" y="51846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evaluation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518464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drift and retrain as new symptom-disease data becomes available.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SYMPTOMS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754880" cy="4754880"/>
          </a:xfrm>
          <a:prstGeom prst="ellipse">
            <a:avLst/>
          </a:prstGeom>
          <a:solidFill>
            <a:srgbClr val="0F3D4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023360" cy="4023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foundation for symptom-based screening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algorithms trained on 4,920 labeled cases spanning 41 diseases, all four topped 97% test accuracy, with Naive Bayes and Decision Tree scoring a clean 100% — showing that a well-structured symptom dataset can power fast, high-accuracy disease screening. The next step is scaling to messier, real-world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86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Patel (2505112070040)  &amp;  Himanshu Kumar (2505112070042)  ·  MCA, Division H, Parul University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2026-09-23T05:30:25Z</dcterms:created>
  <dcterms:modified xsi:type="dcterms:W3CDTF">2026-09-23T05:30:25Z</dcterms:modified>
</cp:coreProperties>
</file>